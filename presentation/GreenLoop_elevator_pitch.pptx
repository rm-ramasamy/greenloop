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2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66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0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18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8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738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2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1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06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54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84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0516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267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909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621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81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9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81822-CA6C-418E-B01D-F423B5CA962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CFE29A-026B-4FBB-BEBA-3A940008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34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CDD4C-6CAB-8CBD-4BF2-09AF84ED0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</a:bodyPr>
          <a:lstStyle/>
          <a:p>
            <a:r>
              <a:rPr lang="en-IN" sz="11500" b="1" dirty="0">
                <a:solidFill>
                  <a:srgbClr val="00B050"/>
                </a:solidFill>
              </a:rPr>
              <a:t>GreenLoop</a:t>
            </a:r>
            <a:endParaRPr lang="en-IN" sz="11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FD92C-AFB1-F5CE-E567-0CDF093F5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</a:t>
            </a:r>
            <a:br>
              <a:rPr lang="en-IN" dirty="0"/>
            </a:br>
            <a:r>
              <a:rPr lang="en-IN" dirty="0"/>
              <a:t>Ramasamy Ramanathan</a:t>
            </a:r>
            <a:br>
              <a:rPr lang="en-IN" dirty="0"/>
            </a:br>
            <a:r>
              <a:rPr lang="en-IN" dirty="0"/>
              <a:t>@ SF Hacks</a:t>
            </a:r>
          </a:p>
        </p:txBody>
      </p:sp>
    </p:spTree>
    <p:extLst>
      <p:ext uri="{BB962C8B-B14F-4D97-AF65-F5344CB8AC3E}">
        <p14:creationId xmlns:p14="http://schemas.microsoft.com/office/powerpoint/2010/main" val="423139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F4BB-55AB-39C6-C18D-85539BB7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are greener habits over looked upon or not valued?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38B18-C854-107C-BBAB-F4F1CC38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Common people don’t see immediate impact </a:t>
            </a:r>
          </a:p>
          <a:p>
            <a:endParaRPr lang="en-IN" dirty="0"/>
          </a:p>
          <a:p>
            <a:r>
              <a:rPr lang="en-IN" dirty="0"/>
              <a:t>Assume they cannot make any big difference</a:t>
            </a:r>
          </a:p>
          <a:p>
            <a:endParaRPr lang="en-IN" dirty="0"/>
          </a:p>
          <a:p>
            <a:r>
              <a:rPr lang="en-IN" dirty="0"/>
              <a:t>Not incentivised in the near term</a:t>
            </a:r>
          </a:p>
          <a:p>
            <a:endParaRPr lang="en-IN" dirty="0"/>
          </a:p>
          <a:p>
            <a:r>
              <a:rPr lang="en-IN" dirty="0"/>
              <a:t>No active immediate peer groups or communities that actively participate or discuss about greener moves.</a:t>
            </a:r>
          </a:p>
        </p:txBody>
      </p:sp>
    </p:spTree>
    <p:extLst>
      <p:ext uri="{BB962C8B-B14F-4D97-AF65-F5344CB8AC3E}">
        <p14:creationId xmlns:p14="http://schemas.microsoft.com/office/powerpoint/2010/main" val="291383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72FD7E-96CE-7D8D-2F50-2008039A5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854" y="469950"/>
            <a:ext cx="10290175" cy="6858000"/>
          </a:xfrm>
          <a:prstGeom prst="ellipse">
            <a:avLst/>
          </a:prstGeom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C3549E-8B5D-ADF6-9CB8-E7D482CE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2" y="45265"/>
            <a:ext cx="4962236" cy="1325563"/>
          </a:xfrm>
        </p:spPr>
        <p:txBody>
          <a:bodyPr/>
          <a:lstStyle/>
          <a:p>
            <a:r>
              <a:rPr lang="en-IN" dirty="0"/>
              <a:t>One person at a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EC5D-F68E-0AA9-988A-450A220F8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36" y="1274791"/>
            <a:ext cx="3334328" cy="1988993"/>
          </a:xfrm>
        </p:spPr>
        <p:txBody>
          <a:bodyPr/>
          <a:lstStyle/>
          <a:p>
            <a:r>
              <a:rPr lang="en-IN" dirty="0"/>
              <a:t>Chain effect</a:t>
            </a:r>
          </a:p>
          <a:p>
            <a:r>
              <a:rPr lang="en-IN" dirty="0"/>
              <a:t>Move the needle </a:t>
            </a:r>
          </a:p>
        </p:txBody>
      </p:sp>
    </p:spTree>
    <p:extLst>
      <p:ext uri="{BB962C8B-B14F-4D97-AF65-F5344CB8AC3E}">
        <p14:creationId xmlns:p14="http://schemas.microsoft.com/office/powerpoint/2010/main" val="3522340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69C9-09B8-1652-FBA0-BBFA8690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FF392-8AE5-C83B-3CFE-134F91AF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555" y="0"/>
            <a:ext cx="6866659" cy="6858000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26374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7B46-2CB1-6AE3-6037-739DC268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Architecture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165E8-FED1-BDB5-0478-CFB5ECC53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12" y="267013"/>
            <a:ext cx="6323973" cy="6323973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28483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D34F3F-F205-F69F-2B8C-AB63CEF33DEC}"/>
              </a:ext>
            </a:extLst>
          </p:cNvPr>
          <p:cNvSpPr/>
          <p:nvPr/>
        </p:nvSpPr>
        <p:spPr>
          <a:xfrm>
            <a:off x="2185730" y="2497976"/>
            <a:ext cx="782053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115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To the demo</a:t>
            </a:r>
          </a:p>
        </p:txBody>
      </p:sp>
    </p:spTree>
    <p:extLst>
      <p:ext uri="{BB962C8B-B14F-4D97-AF65-F5344CB8AC3E}">
        <p14:creationId xmlns:p14="http://schemas.microsoft.com/office/powerpoint/2010/main" val="15902632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72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GreenLoop</vt:lpstr>
      <vt:lpstr>Why are greener habits over looked upon or not valued?</vt:lpstr>
      <vt:lpstr>One person at a time</vt:lpstr>
      <vt:lpstr>Proposition:</vt:lpstr>
      <vt:lpstr>Architecture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Ramasamy Ramanathan</dc:creator>
  <cp:lastModifiedBy>Ramasamy Ramanathan</cp:lastModifiedBy>
  <cp:revision>3</cp:revision>
  <dcterms:created xsi:type="dcterms:W3CDTF">2026-02-15T18:26:19Z</dcterms:created>
  <dcterms:modified xsi:type="dcterms:W3CDTF">2026-02-15T20:15:50Z</dcterms:modified>
</cp:coreProperties>
</file>